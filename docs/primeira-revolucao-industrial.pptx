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imagem é Manchester em 1852, vista do campo. Use ela para abrir: 'olhem o fundo — cada risco daquele é uma chaminé. Em cem anos uma cidade inteira virou isso.' Não leia o slide. Diga o tema e passe. Você tem 30 segundos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único slide de conteúdo, então fale com calma sobre os quatro pontos.
1) Inglaterra, 1760: foi lá porque tinha carvão, ferro e dinheiro de comércio juntos.
2) A máquina a vapor de James Watt (1769) deu força constante movida a carvão. Antes, a fábrica tinha que ficar na beira de um rio; depois, podia ser construída em qualquer lugar.
3) Antes o artesão fazia a peça inteira em casa. Depois, máquina, energia e gente ficaram debaixo do mesmo teto — é isso que a gravura mostra. Começou no tecido, porque fiar à mão era o maior gargalo da época.
4) O preço foi alto: jornada de 14 a 16 horas, trabalho infantil e cidades sem esgoto. Foi daí que nasceram os sindicatos e as primeiras leis trabalhistas.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 CURTAS — fale, não leia o slide.
1) Tirou o trabalhador do campo e da oficina e o levou para a fábrica: jornada de 14 a 16 horas, trabalho infantil e cidades sem saneamento. Em troca nasceu o emprego assalariado — e, como reação, os sindicatos e as primeiras leis trabalhistas.
2) Eletricidade, aço barato, petróleo e motor a combustão, linha de montagem de Ford, telégrafo e telefone. Resumo: a produção em massa.
3) Computador, satélite e internet. A informação deixou de depender de transporte físico: virou instantânea, global e quase de graça. Carta que levava dias virou mensagem em segundos.
4) Automatiza tarefas repetitivas, inclusive de escritório. Algumas funções somem, outras nascem ligadas a dados e à supervisão das máquinas. Vale mais quem sabe trabalhar junto com a tecnologia, e requalificação virou permanente.
5) Inteligência artificial, internet das coisas, computação quântica, biotecnologia e edição genética, energias renováveis com armazenamento, e robótica autônoma.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ndustry/243a34b7-d02b-5193-b717-6e82dfe9a345/scratchpad/hist/manches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614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640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 · SERGIPE — A REVOLUÇÃO INDUSTRIAL E A TECNOLOGIA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173736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PRIMEIRA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REVOLUÇÃO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85800" y="4937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 — 1840  ·  Inglaterra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8580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em que a força deixou de vir do músculo.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Wyld, “Manchester from Kersal Moor”, 1852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foi a Primeira Revolução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85216" cy="585216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488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00200" y="214884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Começou na Inglaterra, por volta de 1760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3108960"/>
            <a:ext cx="585216" cy="585216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08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310896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a vapor no lugar de músculo e água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4069080"/>
            <a:ext cx="585216" cy="585216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069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406908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saiu de casa e foi para a fábrica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85800" y="5029200"/>
            <a:ext cx="585216" cy="585216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5029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00200" y="502920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campo para a cidade, com jornada de 16 h</a:t>
            </a:r>
            <a:endParaRPr lang="en-US" sz="1700" dirty="0"/>
          </a:p>
        </p:txBody>
      </p:sp>
      <p:pic>
        <p:nvPicPr>
          <p:cNvPr id="16" name="Image 0" descr="/tmp/claude-0/-home-user-industry/243a34b7-d02b-5193-b717-6e82dfe9a345/scratchpad/hist/tear18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057400"/>
            <a:ext cx="4828032" cy="311888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675120" y="53035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Tecelagem em tear mecânico, 1835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Cinco perguntas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2057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1ª Revolução impactou a vida dos trabalhadores?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foram as principais inovações da 2ª Revolução?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370332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703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 forma a 3ª Revolução transformou a comunicação?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85800" y="452628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5448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4ª Revolução influencia o mercado de trabalho?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85800" y="534924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349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tecnologias emergentes podem definir o futuro?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Imagens: Wyld, “Manchester from Kersal Moor”, 1852 · “Powerloom weaving”, 1835 · Wikimedia Commons, domínio público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Primeira Revolução Industrial</dc:title>
  <dc:subject>PptxGenJS Presentation</dc:subject>
  <dc:creator>guirab734</dc:creator>
  <cp:lastModifiedBy>guirab734</cp:lastModifiedBy>
  <cp:revision>1</cp:revision>
  <dcterms:created xsi:type="dcterms:W3CDTF">2026-08-05T10:04:07Z</dcterms:created>
  <dcterms:modified xsi:type="dcterms:W3CDTF">2026-08-05T10:04:07Z</dcterms:modified>
</cp:coreProperties>
</file>