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— 30 segundos. Não leia o título.
• "Isso é Manchester, na Inglaterra, em 1852, vista do campo."
• "Olhem o fundo: cada risco daquele é uma chaminé de fábrica."
• "Em pouco mais de cem anos, uma cidade inteira virou isso."
• "Meu tema é a Primeira Revolução Industrial, que começou por volta de 1760."
Passe 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— 3 minutos. A explicação já está na tela; use as falas abaixo para completar.
1) Inglaterra tinha carvão para queimar, ferro para construir máquina e capital de comércio para investir.
2) Antes da máquina a vapor a fábrica tinha que ficar na beira de um rio — e se o rio secasse no verão, parava tudo.
3) Antes o artesão fazia a peça inteira em casa. Começou no tecido porque fiar à mão era o maior gargalo. (aponte a gravura)
4) Jornada de 14 a 16 horas, seis dias por semana. Criança trabalhava porque era pequena e barata.
FECHE: "a mesma revolução que criou a fábrica criou a necessidade de proteger quem trabalha nela."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CINCO RESPOSTAS — a resposta curta já está na tela. Leia a pergunta e desenvolva:
1) Foi daí que nasceram os sindicatos e as primeiras leis trabalhistas.
2) Em duas palavras: produção em massa.
3) Carta que levava dias virou mensagem em segundos.
4) Vale mais quem sabe trabalhar junto com a tecnologia; estudar virou permanente.
5) São as tecnologias que ainda estão se firmando agora.
FECHAMENTO: "toda revolução responde à mesma pergunta — o que ainda limita a produção. Na primeira faltava força. Hoje falta a máquina decidir sozinha."
SE TRAVAR: Watt não inventou do zero, melhorou a máquina de Newcomen (1712). Foi na Inglaterra porque carvão, ferro e capital estavam no mesmo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ndustry/243a34b7-d02b-5193-b717-6e82dfe9a345/scratchpad/hist/manches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614">
              <a:alpha val="6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6400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SENAI · SERGIPE — A REVOLUÇÃO INDUSTRIAL E A TECNOLOGIA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173736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PRIMEIRA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REVOLUÇÃO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85800" y="4937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1760 — 1840  ·  Inglaterra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8580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em que a força deixou de vir do músculo.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Wyld, “Manchester from Kersal Moor”, 1852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foi a Primeira Revolução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2064" cy="512064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193852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Começou na Inglaterra, por volta de 1760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463040" y="2267712"/>
            <a:ext cx="5166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Carvão, ferro e dinheiro do comércio estavam todos no mesmo lugar.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017520"/>
            <a:ext cx="512064" cy="512064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0175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63040" y="299008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a vapor no lugar de músculo e água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463040" y="3319272"/>
            <a:ext cx="5166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Watt, em 1769: força constante movida a carvão, longe de qualquer rio.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069080"/>
            <a:ext cx="512064" cy="512064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069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63040" y="404164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saiu de casa e foi para a fábrica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463040" y="4370832"/>
            <a:ext cx="5166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Máquina, energia e trabalhadores debaixo do mesmo teto.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5120640"/>
            <a:ext cx="512064" cy="512064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120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509320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campo para a cidade, com jornada de 16 h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63040" y="5422392"/>
            <a:ext cx="5166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infantil e cidade sem esgoto. Daí nasceram os sindicatos.</a:t>
            </a:r>
            <a:endParaRPr lang="en-US" sz="1250" dirty="0"/>
          </a:p>
        </p:txBody>
      </p:sp>
      <p:pic>
        <p:nvPicPr>
          <p:cNvPr id="20" name="Image 0" descr="/tmp/claude-0/-home-user-industry/243a34b7-d02b-5193-b717-6e82dfe9a345/scratchpad/hist/tear18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965960"/>
            <a:ext cx="4828032" cy="311888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675120" y="519379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Tecelagem em tear mecânico, 1835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Cinco perguntas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475488" cy="47548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35608" y="179222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1ª Revolução impactou a vida dos trabalhadores?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435608" y="213055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campo para a fábrica: 14 a 16 h, trabalho infantil, cidade sem esgoto. Em troca, o emprego assalariado.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724912"/>
            <a:ext cx="475488" cy="47548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724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35608" y="268833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foram as principais inovações da 2ª Revolução?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435608" y="302666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Eletricidade, aço, petróleo, motor a combustão, linha de montagem, telégrafo e telefone: a produção em massa.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3621024"/>
            <a:ext cx="475488" cy="47548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6210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35608" y="358444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 forma a 3ª Revolução transformou a comunicação?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435608" y="3922776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Computador, satélite e internet. A informação virou instantânea, global e quase de graça.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4517136"/>
            <a:ext cx="475488" cy="47548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517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35608" y="448056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4ª Revolução influencia o mercado de trabalho?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35608" y="4818888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 tarefa repetitiva. Funções somem, outras nascem ligadas a dados. Requalificação virou permanente.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5413248"/>
            <a:ext cx="475488" cy="47548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413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35608" y="537667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tecnologias emergentes podem definir o futuro?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435608" y="5715000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IA, internet das coisas, computação quântica, biotecnologia, energias renováveis e robótica autônoma.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Imagens: Wyld, “Manchester from Kersal Moor”, 1852 · “Powerloom weaving”, 1835 · Wikimedia Commons, domínio público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Primeira Revolução Industrial</dc:title>
  <dc:subject>PptxGenJS Presentation</dc:subject>
  <dc:creator>guirab734</dc:creator>
  <cp:lastModifiedBy>guirab734</cp:lastModifiedBy>
  <cp:revision>1</cp:revision>
  <dcterms:created xsi:type="dcterms:W3CDTF">2026-08-05T17:26:31Z</dcterms:created>
  <dcterms:modified xsi:type="dcterms:W3CDTF">2026-08-05T17:26:31Z</dcterms:modified>
</cp:coreProperties>
</file>