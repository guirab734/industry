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— 30 segundos. Não leia o título.
• "Isso é Manchester, na Inglaterra, em 1852, vista do campo."
• "Olhem o fundo: cada risco daquele é uma chaminé de fábrica."
• "Em pouco mais de cem anos, uma cidade inteira virou isso."
• "Meu tema é a Primeira Revolução Industrial, que começou por volta de 1760."
Passe 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— 3 minutos. É aqui que você segura. Um tópico de cada vez.
1) INGLATERRA, 1760
• Foi lá porque três coisas estavam no mesmo lugar: carvão para queimar,
  ferro para construir máquina, e dinheiro do comércio para investir.
2) A MÁQUINA A VAPOR
• Antes, a força vinha de gente e animais, roda d'água ou moinho de vento.
• Se você queria uma fábrica, tinha que construir na beira de um rio —
  e se o rio secasse no verão, parava tudo.
• Em 1769 James Watt melhorou a máquina a vapor: força constante, movida
  a carvão, a qualquer hora.
• A fábrica pôde ser construída em qualquer lugar.
3) A PRODUÇÃO FOI PARA A FÁBRICA   (aponte a gravura aqui)
• Antes, o artesão fazia a peça inteira sozinho, na própria casa.
• Depois, máquina, energia e trabalhadores debaixo do mesmo teto.
• Começou no tecido porque fiar à mão era o maior gargalo da época.
4) O PREÇO
• Saíram do campo para morar perto da fábrica, em cidades sem esgoto
  nem água limpa.
• Jornada de 14 a 16 horas, seis dias por semana.
• Criança trabalhava nas máquinas porque era pequena e barata.
FECHE ASSIM:
"Foi dessa situação que nasceram os sindicatos e as primeiras leis
trabalhistas. A mesma revolução que criou a fábrica criou a necessidade
de proteger quem trabalha nela."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RESPOSTAS — 1 min 30. Leia a pergunta e responda. Não se estenda.
1) TRABALHADORES NA 1ª
• Saíram do campo e da oficina para a fábrica.
• Jornada de 14 a 16 h, trabalho infantil, cidade sem saneamento.
• Em troca nasceu o emprego assalariado — e, como reação, os sindicatos
  e as primeiras leis trabalhistas.
2) INOVAÇÕES DA 2ª
• Eletricidade, aço barato, petróleo e motor a combustão.
• Linha de montagem do Ford, telégrafo e telefone.
• Em duas palavras: produção em massa.
3) COMUNICAÇÃO NA 3ª
• Computador, satélite e internet.
• A informação parou de depender de transporte físico: virou instantânea,
  global e quase de graça.
• Carta que levava dias virou mensagem em segundos.
4) TRABALHO NA 4ª
• Automatiza tarefa repetitiva, inclusive de escritório.
• Funções somem, outras nascem ligadas a dados e a cuidar das máquinas.
• Vale mais quem sabe trabalhar junto com a tecnologia.
• Estudar virou permanente, não é mais uma fase.
5) TECNOLOGIAS DO FUTURO
• Inteligência artificial e internet das coisas.
• Computação quântica.
• Biotecnologia e edição genética.
• Energias renováveis com armazenamento.
• Robótica autônoma.
FECHAMENTO (opcional):
"Toda revolução responde à mesma pergunta: o que ainda está limitando a
produção. Na primeira faltava força. Hoje falta a máquina decidir sozinha."
SE TRAVAR:
• Esqueceu a data? Diga "meados do século XVIII" e siga.
• Quem inventou a máquina a vapor? Watt não inventou do zero — melhorou
  a máquina de Thomas Newcomen, de 1712.
• Por que a Inglaterra? Carvão, ferro e capital de comércio no mesmo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ndustry/243a34b7-d02b-5193-b717-6e82dfe9a345/scratchpad/hist/manches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614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640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SERGIPE — A REVOLUÇÃO INDUSTRIAL E A TECNOLOGIA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173736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PRIMEIRA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REVOLUÇÃO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8580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 — 1840  ·  Inglaterra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em que a força deixou de vir do músculo.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Wyld, “Manchester from Kersal Moor”, 1852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foi a Primeira Revolução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00200" y="214884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Começou na Inglaterra, por volta de 1760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10896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08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310896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a vapor no lugar de músculo e água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06908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069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406908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saiu de casa e foi para a fábrica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502920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5029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502920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campo para a cidade, com jornada de 16 h</a:t>
            </a:r>
            <a:endParaRPr lang="en-US" sz="1700" dirty="0"/>
          </a:p>
        </p:txBody>
      </p:sp>
      <p:pic>
        <p:nvPicPr>
          <p:cNvPr id="16" name="Image 0" descr="/tmp/claude-0/-home-user-industry/243a34b7-d02b-5193-b717-6e82dfe9a345/scratchpad/hist/tear18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57400"/>
            <a:ext cx="4828032" cy="31188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675120" y="53035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Tecelagem em tear mecânico, 1835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perguntas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2057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1ª Revolução impactou a vida dos trabalhadores?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foram as principais inovações da 2ª Revolução?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703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 forma a 3ª Revolução transformou a comunicação?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5448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4ª Revolução influencia o mercado de trabalho?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85800" y="534924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349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tecnologias emergentes podem definir o futuro?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Imagens: Wyld, “Manchester from Kersal Moor”, 1852 · “Powerloom weaving”, 1835 · Wikimedia Commons, domínio público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Primeira Revolução Industrial</dc:title>
  <dc:subject>PptxGenJS Presentation</dc:subject>
  <dc:creator>guirab734</dc:creator>
  <cp:lastModifiedBy>guirab734</cp:lastModifiedBy>
  <cp:revision>1</cp:revision>
  <dcterms:created xsi:type="dcterms:W3CDTF">2026-08-05T17:19:18Z</dcterms:created>
  <dcterms:modified xsi:type="dcterms:W3CDTF">2026-08-05T17:19:18Z</dcterms:modified>
</cp:coreProperties>
</file>